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846320"/>
            <a:ext cx="109728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Le Regole degli Eroi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978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Dalla legalità quotidiana al sacrificio del Commissario Antonio Esposito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@ 00:22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A47"/>
                </a:solidFill>
                <a:latin typeface="Calibri"/>
              </a:rPr>
              <a:t>Il viaggio del video</a:t>
            </a:r>
          </a:p>
        </p:txBody>
      </p:sp>
      <p:sp>
        <p:nvSpPr>
          <p:cNvPr id="5" name="Rectangle 4"/>
          <p:cNvSpPr/>
          <p:nvPr/>
        </p:nvSpPr>
        <p:spPr>
          <a:xfrm>
            <a:off x="407200" y="1275880"/>
            <a:ext cx="5952160" cy="48548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58521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325880"/>
            <a:ext cx="5242255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Si parte da una cosa semplicissima: un cortile, un gioco tra bambini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Si arriva alla difesa più alta, coraggiosa ed estrema delle regole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Tema centrale: trasformare la memoria nello strumento educativo più potente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Le Regole degli Eroi  •  00:10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A47"/>
                </a:solidFill>
                <a:latin typeface="Calibri"/>
              </a:rPr>
              <a:t>La legalità è solo per adulti?</a:t>
            </a:r>
          </a:p>
        </p:txBody>
      </p:sp>
      <p:sp>
        <p:nvSpPr>
          <p:cNvPr id="5" name="Rectangle 4"/>
          <p:cNvSpPr/>
          <p:nvPr/>
        </p:nvSpPr>
        <p:spPr>
          <a:xfrm>
            <a:off x="407200" y="1275880"/>
            <a:ext cx="5952160" cy="48548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58521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325880"/>
            <a:ext cx="5242255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Mito da smontare: tribunali, codici, avvocati… non è solo "roba da grandi"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Smontare questo mito è il primo passo per capire come funziona davvero una società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La legalità riguarda ognuno di noi, fin da bambini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Le Regole degli Eroi  •  00:35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A47"/>
                </a:solidFill>
                <a:latin typeface="Calibri"/>
              </a:rPr>
              <a:t>Il radar dei bambini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407200" y="1275880"/>
            <a:ext cx="5952160" cy="48548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58521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325880"/>
            <a:ext cx="5242255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I bambini riconoscono immediatamente chi bara o infrange le regole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L'educazione civica nasce sul campo da gioco, non sui banchi dell'università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Lo scoutismo e "Il libro della giungla" usano i giochi come metafore educative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Regole chiare = più giustizia e più divertimento. Il caos non avvantaggia nessuno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Le Regole degli Eroi  •  01:10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A47"/>
                </a:solidFill>
                <a:latin typeface="Calibri"/>
              </a:rPr>
              <a:t>Costruire una cultura delle regole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7200" y="1275880"/>
            <a:ext cx="5952160" cy="48548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58521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325880"/>
            <a:ext cx="5242255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Achille Serra (ex prefetto): «La legalità non è solo non commettere reati»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È una cultura da prendere fin dall'infanzia — uno stile di vita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Esempio negativo: il genitore che chiede un favore per cambiare un voto al figlio distrugge l'idea di meritocrazia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Le Regole degli Eroi  •  01:45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A47"/>
                </a:solidFill>
                <a:latin typeface="Calibri"/>
              </a:rPr>
              <a:t>La legalità come confine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7200" y="1275880"/>
            <a:ext cx="5952160" cy="48548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58521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325880"/>
            <a:ext cx="5242255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Don Luigi Ciotti: la legalità è essenzialmente un confine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Saper distinguere chiaramente la linea tra il mio e il tuo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Non si tratta solo di non finire in prigione: è il rispetto quotidiano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È il fondamento per costruire il bene comune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Le Regole degli Eroi  •  02:20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A47"/>
                </a:solidFill>
                <a:latin typeface="Calibri"/>
              </a:rPr>
              <a:t>Antonio Esposito: la vita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07200" y="1275880"/>
            <a:ext cx="5952160" cy="48548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58521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325880"/>
            <a:ext cx="5242255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Nasce a Sarno (SA) nel 1942, figlio di un vigile urbano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Diventa Commissario Capo della Polizia di Stato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Capo dell'Antiterrorismo in Liguria — un ruolo delicatissimo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Opera durante gli "anni di piombo", con l'Italia messa a ferro e fuoco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Le Regole degli Eroi  •  02:50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A47"/>
                </a:solidFill>
                <a:latin typeface="Calibri"/>
              </a:rPr>
              <a:t>Indagini brillanti, bersaglio sulla schiena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07200" y="1275880"/>
            <a:ext cx="5952160" cy="48548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58521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325880"/>
            <a:ext cx="5242255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Con la sua squadra arresta terroristi di altissimo livello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Tra cui i responsabili dell'omicidio del procuratore Francesco Coco (Genova, 8 giugno 1976)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Successo investigativo clamoroso, ma diventa un bersaglio enorme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Le Brigate Rosse lo vogliono morto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Le Regole degli Eroi  •  03:25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A47"/>
                </a:solidFill>
                <a:latin typeface="Calibri"/>
              </a:rPr>
              <a:t>Il prezzo: 36 anni</a:t>
            </a:r>
          </a:p>
        </p:txBody>
      </p:sp>
      <p:sp>
        <p:nvSpPr>
          <p:cNvPr id="5" name="Rectangle 4"/>
          <p:cNvSpPr/>
          <p:nvPr/>
        </p:nvSpPr>
        <p:spPr>
          <a:xfrm>
            <a:off x="407200" y="1275880"/>
            <a:ext cx="5952160" cy="48548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58521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325880"/>
            <a:ext cx="5242255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Aveva soltanto 36 anni quando la sua vita è stata spezzata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Lascia una moglie e due bambini di soli 5 e 6 anni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Un dato che fa riflettere sull'immenso peso del senso del dovere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Le Regole degli Eroi  •  03:45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A47"/>
                </a:solidFill>
                <a:latin typeface="Calibri"/>
              </a:rPr>
              <a:t>L'eroismo nel quotidiano</a:t>
            </a:r>
          </a:p>
        </p:txBody>
      </p:sp>
      <p:sp>
        <p:nvSpPr>
          <p:cNvPr id="5" name="Rectangle 4"/>
          <p:cNvSpPr/>
          <p:nvPr/>
        </p:nvSpPr>
        <p:spPr>
          <a:xfrm>
            <a:off x="407200" y="1275880"/>
            <a:ext cx="5952160" cy="48548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58521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325880"/>
            <a:ext cx="5242255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Mente brillante: aveva vinto sia il concorso in magistratura che in polizia, scelse la Polizia di Stato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Nonostante il pericolo, rinuncia alla scorta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Va al lavoro ogni giorno con l'autobus pubblico — linea n. 15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«Non si sentiva un eroe, faceva il suo dovere di cittadino»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Le Regole degli Eroi  •  04:25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A47"/>
                </a:solidFill>
                <a:latin typeface="Calibri"/>
              </a:rPr>
              <a:t>L'agguato — 21 giugno 1978</a:t>
            </a:r>
          </a:p>
        </p:txBody>
      </p:sp>
      <p:sp>
        <p:nvSpPr>
          <p:cNvPr id="5" name="Rectangle 4"/>
          <p:cNvSpPr/>
          <p:nvPr/>
        </p:nvSpPr>
        <p:spPr>
          <a:xfrm>
            <a:off x="407200" y="1275880"/>
            <a:ext cx="5952160" cy="48548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58521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325880"/>
            <a:ext cx="5242255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Mattina del 21 giugno 1978, autobus n. 15 verso il commissariato di Genova Nervi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Due terroristi sparano 12 colpi di pistola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Fuggono su una Fiat 128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Antonio Esposito muore sul colpo, fedele fino all'ultimo respiro alle regole che difendeva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Le Regole degli Eroi  •  05:05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A47"/>
                </a:solidFill>
                <a:latin typeface="Calibri"/>
              </a:rPr>
              <a:t>La memoria è azione viva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407200" y="1275880"/>
            <a:ext cx="5952160" cy="48548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58521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325880"/>
            <a:ext cx="5242255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La memoria non è commiserare il passato, ma un'azione viva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Luoghi fisici per ricordare: il giardino dedicato a lui a Genova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Strumento più potente: intitolare una scuola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Una tragedia diventa un pilastro educativo che dura per sempre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Le Regole degli Eroi  •  05:40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A47"/>
                </a:solidFill>
                <a:latin typeface="Calibri"/>
              </a:rPr>
              <a:t>23 maggio 2025 — la scuola di Sarno</a:t>
            </a:r>
          </a:p>
        </p:txBody>
      </p:sp>
      <p:sp>
        <p:nvSpPr>
          <p:cNvPr id="5" name="Rectangle 4"/>
          <p:cNvSpPr/>
          <p:nvPr/>
        </p:nvSpPr>
        <p:spPr>
          <a:xfrm>
            <a:off x="407200" y="1275880"/>
            <a:ext cx="5952160" cy="48548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58521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325880"/>
            <a:ext cx="5242255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L'Istituto scolastico di Sarno Episcopio viene intitolato al Commissario Esposito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Data simbolo: Giornata Nazionale della Legalità — anniversario della strage di Capaci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I ragazzi non assistono soltanto: hanno studiato la sua vita per un anno intero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Le Regole degli Eroi  •  06:00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A47"/>
                </a:solidFill>
                <a:latin typeface="Calibri"/>
              </a:rPr>
              <a:t>Il messaggio della famiglia</a:t>
            </a:r>
          </a:p>
        </p:txBody>
      </p:sp>
      <p:sp>
        <p:nvSpPr>
          <p:cNvPr id="5" name="Rectangle 4"/>
          <p:cNvSpPr/>
          <p:nvPr/>
        </p:nvSpPr>
        <p:spPr>
          <a:xfrm>
            <a:off x="407200" y="1275880"/>
            <a:ext cx="5952160" cy="48548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58521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325880"/>
            <a:ext cx="5242255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«Ricordare il passato significa comprendere il presente e costruire il futuro»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Il cerchio si chiude: dai bambini che imparano le regole del gioco…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…ai difensori della società di domani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Le Regole degli Eroi  •  06:25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A47"/>
                </a:solidFill>
                <a:latin typeface="Calibri"/>
              </a:rPr>
              <a:t>Una domanda per noi</a:t>
            </a:r>
          </a:p>
        </p:txBody>
      </p:sp>
      <p:sp>
        <p:nvSpPr>
          <p:cNvPr id="5" name="Rectangle 4"/>
          <p:cNvSpPr/>
          <p:nvPr/>
        </p:nvSpPr>
        <p:spPr>
          <a:xfrm>
            <a:off x="407200" y="1275880"/>
            <a:ext cx="5952160" cy="48548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58521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325880"/>
            <a:ext cx="5242255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Come possiamo onorare oggi il nostro dovere civico?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Nelle piccole azioni quotidiane, come difendiamo quel "confine di civiltà"?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Una riflessione che non possiamo ignorare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Le Regole degli Eroi  •  06:55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